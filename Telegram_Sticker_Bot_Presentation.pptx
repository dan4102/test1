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5" d="100"/>
          <a:sy n="105" d="100"/>
        </p:scale>
        <p:origin x="1794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Telegram Sticker Bot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Бот для автоматического создания стикеров в Telegram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46CA7A1-635B-7667-0984-0637D8F1FF76}"/>
              </a:ext>
            </a:extLst>
          </p:cNvPr>
          <p:cNvSpPr txBox="1"/>
          <p:nvPr/>
        </p:nvSpPr>
        <p:spPr>
          <a:xfrm>
            <a:off x="7260336" y="5544312"/>
            <a:ext cx="318211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Выполнил</a:t>
            </a:r>
            <a:r>
              <a:rPr lang="en-US" dirty="0"/>
              <a:t>:</a:t>
            </a:r>
          </a:p>
          <a:p>
            <a:r>
              <a:rPr lang="ru-RU" dirty="0"/>
              <a:t>Шарипов Даниль</a:t>
            </a:r>
          </a:p>
          <a:p>
            <a:r>
              <a:rPr lang="ru-RU" dirty="0"/>
              <a:t>РПО 25</a:t>
            </a:r>
            <a:r>
              <a:rPr lang="en-US" dirty="0"/>
              <a:t>/2</a:t>
            </a:r>
          </a:p>
          <a:p>
            <a:endParaRPr lang="ru-RU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О проекте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Проект позволяет пользователям создавать собственные стикеры из изображений прямо в Telegram.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Проблема и решение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Создание стикеров вручную требует времени. Бот автоматизирует обработку изображений и подготовку стикеров.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Функциональные возможности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• Загрузка изображений</a:t>
            </a:r>
          </a:p>
          <a:p>
            <a:r>
              <a:rPr dirty="0"/>
              <a:t>• Обработка фото</a:t>
            </a:r>
          </a:p>
          <a:p>
            <a:r>
              <a:rPr dirty="0"/>
              <a:t>• Создание стикеров</a:t>
            </a:r>
          </a:p>
          <a:p>
            <a:r>
              <a:rPr dirty="0"/>
              <a:t>• Удобное взаимодействие через чат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Стек проекта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Python</a:t>
            </a:r>
          </a:p>
          <a:p>
            <a:r>
              <a:rPr dirty="0"/>
              <a:t>Pillow (PIL)</a:t>
            </a:r>
          </a:p>
          <a:p>
            <a:r>
              <a:rPr dirty="0"/>
              <a:t>SQLite</a:t>
            </a:r>
          </a:p>
          <a:p>
            <a:r>
              <a:rPr dirty="0"/>
              <a:t>Git/GitHub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8606"/>
            <a:ext cx="8229600" cy="1143000"/>
          </a:xfrm>
        </p:spPr>
        <p:txBody>
          <a:bodyPr/>
          <a:lstStyle/>
          <a:p>
            <a:r>
              <a:rPr dirty="0" err="1"/>
              <a:t>Архитектура</a:t>
            </a:r>
            <a:r>
              <a:rPr dirty="0"/>
              <a:t> </a:t>
            </a:r>
            <a:r>
              <a:rPr dirty="0" err="1"/>
              <a:t>работы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7472" y="1088137"/>
            <a:ext cx="8339328" cy="1472183"/>
          </a:xfrm>
        </p:spPr>
        <p:txBody>
          <a:bodyPr>
            <a:normAutofit/>
          </a:bodyPr>
          <a:lstStyle/>
          <a:p>
            <a:r>
              <a:rPr sz="2000" dirty="0"/>
              <a:t>Пользователь → Telegram Bot → </a:t>
            </a:r>
            <a:r>
              <a:rPr sz="2000" dirty="0" err="1"/>
              <a:t>Обработка</a:t>
            </a:r>
            <a:r>
              <a:rPr sz="2000" dirty="0"/>
              <a:t> </a:t>
            </a:r>
            <a:r>
              <a:rPr sz="2000" dirty="0" err="1"/>
              <a:t>изображения</a:t>
            </a:r>
            <a:r>
              <a:rPr sz="2000" dirty="0"/>
              <a:t> → </a:t>
            </a:r>
            <a:r>
              <a:rPr sz="2000" dirty="0" err="1"/>
              <a:t>Создание</a:t>
            </a:r>
            <a:r>
              <a:rPr sz="2000" dirty="0"/>
              <a:t> </a:t>
            </a:r>
            <a:r>
              <a:rPr sz="2000" dirty="0" err="1"/>
              <a:t>стикера</a:t>
            </a:r>
            <a:r>
              <a:rPr sz="2000" dirty="0"/>
              <a:t> → </a:t>
            </a:r>
            <a:r>
              <a:rPr sz="2000" dirty="0" err="1"/>
              <a:t>Отправка</a:t>
            </a:r>
            <a:r>
              <a:rPr sz="2000" dirty="0"/>
              <a:t> </a:t>
            </a:r>
            <a:r>
              <a:rPr sz="2000" dirty="0" err="1"/>
              <a:t>результата</a:t>
            </a:r>
            <a:endParaRPr sz="2000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AC97CC75-4115-426F-0BE8-5B226AC2B6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93299" y="1945641"/>
            <a:ext cx="2244679" cy="4325112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E8734563-B050-507A-319B-9125122CB7C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6022" y="1945641"/>
            <a:ext cx="2434247" cy="4704079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8DA6D41E-7E67-70EA-2489-944B23A4797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77327" y="2075688"/>
            <a:ext cx="3186897" cy="444398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Итоги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Бот ускоряет создание стикеров, упрощает работу пользователей и демонстрирует возможности автоматизации в Telegram.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106</Words>
  <Application>Microsoft Office PowerPoint</Application>
  <PresentationFormat>Экран (4:3)</PresentationFormat>
  <Paragraphs>23</Paragraphs>
  <Slides>7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2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Telegram Sticker Bot</vt:lpstr>
      <vt:lpstr>О проекте</vt:lpstr>
      <vt:lpstr>Проблема и решение</vt:lpstr>
      <vt:lpstr>Функциональные возможности</vt:lpstr>
      <vt:lpstr>Стек проекта</vt:lpstr>
      <vt:lpstr>Архитектура работы</vt:lpstr>
      <vt:lpstr>Итоги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Telegram Sticker Bot</dc:title>
  <dc:subject/>
  <dc:creator/>
  <cp:keywords/>
  <dc:description>generated using python-pptx</dc:description>
  <cp:lastModifiedBy>daniel sharipov</cp:lastModifiedBy>
  <cp:revision>3</cp:revision>
  <dcterms:created xsi:type="dcterms:W3CDTF">2013-01-27T09:14:16Z</dcterms:created>
  <dcterms:modified xsi:type="dcterms:W3CDTF">2026-06-18T12:18:14Z</dcterms:modified>
  <cp:category/>
</cp:coreProperties>
</file>